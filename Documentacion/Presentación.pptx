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2AEC6-F01C-4882-8BFC-6A5B4994F8DA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03EF4-DB49-4BFA-BD32-21C9360429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655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03EF4-DB49-4BFA-BD32-21C93604296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1539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3A2DA-E64F-A833-781C-3612B292871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CDB6EB-8522-4D6E-D59F-8E0DCEAA8C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87B4D3-DF09-AEFA-826B-E29C928333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B37EE7-D7D9-4BBC-A185-28ABDCB16FB7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15C0FA-53C2-19DA-11AF-F6C3773D5E4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A4082-DCE7-87CA-031D-D498281CE1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0DAEF1-43C3-47A8-A77A-280CC1E1D6F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91856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3B19E-3439-2732-5C8C-EF9144A0E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BF613C-662D-56D6-1CA0-B151C04E41D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EEF55-06C2-7200-B26A-222D048983C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82B690-EDDF-45E0-AD3B-C35BDD598973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65F78C-7AAE-30F1-42A1-14DCDB9401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043047-BB6B-BF8F-4F65-1D1CADF944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83A293B-7845-42B2-BD23-10D5425A6A6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4518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BA423-B2A2-F898-2499-B6BC9ACA4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4F415-438B-D126-6BB4-CEADBC99E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EE0C19-C8B0-18D5-9B63-12CC8E61F83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FE9857C-D6C4-4124-BD39-854F75108B2E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4CC640-3CC8-20F7-6C32-C28C559B1D8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830266-FC0A-3133-098A-235418186F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D2ECA5-FC9F-4F6F-BE0E-63FC822188C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946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2AC2E-3C9A-4A59-6A0E-16147835621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46048C-1C56-81A7-D8AE-B48951D2C11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A700BD-3B30-8021-3941-CFF9A252259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DAED32-EDA7-3F9C-C00B-59A3D24F95F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F0953F-1B69-41FE-8DFB-72718A93ABD4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2B4AF1-E676-6266-50B3-ABC1BCCF44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DFEF8A-A8C4-57D7-BA90-B9166A6759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5AF212-B5FD-4D6A-944A-F8A4BB544046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21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86AF9-2B71-373D-6F54-703599009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79DDB1-067C-D1F5-09F9-AF39B6D8D5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778564-B2CB-756B-2A63-BCC15EC2963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2AE40B-9D52-4ACE-BAAF-33E6C740E43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84BA90D-3C53-F977-0FEB-252BC87D79F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742128-5178-EC96-2A74-90DD68CB3B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39DC94-23F9-4185-B98D-A02A4D7220B8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8060E8-1E34-EBB8-B5A7-08952242048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50CCBA7-82F9-5E0D-2A7D-4738979B89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8ECFCD-0F0E-4952-8B4B-A1AA486A3DC0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102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3B44-DDA1-93DB-0A30-BC1A6EFD08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6B0D83-E18A-C48E-6192-A9BA006177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9B6DE3-130D-4D1E-B962-885AD36903B5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32DAEE-60B6-D252-14F9-9A68D251A6B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049126-3081-8411-2749-EB2AE64078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21EBED-DBF2-4F48-BB71-AE10890D47B9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744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F81EA2-A164-E9AC-8F7C-D07999AA2F3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B2B0F0-AA3F-4EFE-905F-854A79A0B6B1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30898F-E9A0-A71D-3DDB-E31FA61E9AE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BF6BB8-10DF-B6B3-37D5-6304B06C3A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DD17B1-353E-4EBA-B4B5-92EBC2B232AB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088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43711-E31F-C42B-8185-945BCF6DE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6BAED0-1B11-E2D0-575F-FFCC4DC4303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3DF856-AC89-6CCF-7AAE-122576FCB8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85C630-3CC6-D5CF-1839-1053C98EA5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43C3474-177C-42B5-BE18-9832A0C0AC05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FF1D5C-6F2C-2268-D703-86E7334343E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67C14E-8329-23D0-01AD-0F74BFA9604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4BC96B-8AA7-431D-8E4C-9C0CEC051F4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29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BE5CF-124B-9971-AD71-23E891CEA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B01F9E-3F77-2A2E-2526-8890490EA4A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D27C47-C3D8-35F4-E310-9D57691F72D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5F3DC-F7B4-1EED-D940-ADB35387D0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22923C-C239-4E4C-9E0F-21B6A03699E2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C0F1B6-A816-18FC-50A6-1C1790F0220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5C5522-A456-7D0E-5601-891E396815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B8C6C0-786D-4D8A-A4B3-0B5B664DBA5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282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1F203-DB8E-EC06-81D8-36AEF3075C9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E35AE8-3378-0379-5909-090B6A26CED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77571E-FB64-874F-E3D3-4264AB37444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894232-25B4-4AB7-985C-076F90616A76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3C9C0C-138C-0E39-D6A1-DAEEE30ADD5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336C0C-8745-E483-1371-AF471AA1CDA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C0293A-0101-4A3A-A9BC-0B87322A0F0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57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09AA4A-3C94-28F6-B73D-6F9A6328F00F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02181F-C8AE-DD22-F63B-0C1F9E951A7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6BD6E-ADBF-64A2-96B7-50A6270494D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4569F3-DD8C-45F1-9207-32A227A9D1FB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2CB6C0-85F8-F292-2865-43A6DFC77D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7462D-0CDE-EC85-4FA5-7AE0680418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1F2B39-1438-4EDE-9EBF-93084998E1DC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42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A11121-D793-52A8-70D8-E16DAF5DA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2A8B9E-8271-CEDE-1141-552CA77C7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EB6B1B-42F2-29A3-D5E5-AAC5FF486A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E2B9ABA2-079B-4F5B-8DC3-4D4A4C56B7B8}" type="datetime1">
              <a:rPr lang="es-ES"/>
              <a:pPr lvl="0"/>
              <a:t>24/02/2026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747DB7-1E68-51E4-898D-EE62CF045BC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07D5E6-B32E-610D-4C39-5B112C47E4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A14D555-12C3-4632-AE83-98A29CFCFCF3}" type="slidenum"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1E198-380C-EC4C-A12C-D88F385C34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87487" y="7587343"/>
            <a:ext cx="6858000" cy="1376364"/>
          </a:xfrm>
        </p:spPr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26D095-343B-11D1-EA71-FDF4471C05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3656" y="7215054"/>
            <a:ext cx="45720" cy="45720"/>
          </a:xfrm>
        </p:spPr>
        <p:txBody>
          <a:bodyPr>
            <a:normAutofit fontScale="25000" lnSpcReduction="20000"/>
          </a:bodyPr>
          <a:lstStyle/>
          <a:p>
            <a:endParaRPr lang="es-ES"/>
          </a:p>
        </p:txBody>
      </p:sp>
      <p:pic>
        <p:nvPicPr>
          <p:cNvPr id="4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2535453-99D2-68F0-9751-10F53F46D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3" y="0"/>
            <a:ext cx="6858000" cy="6858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D6F8C699-1477-E4AD-A2B7-110AEE99B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559" y="-127323"/>
            <a:ext cx="8222441" cy="447072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AE9573F-6615-6E21-B7D4-BF788BD794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sz="5400" dirty="0"/>
              <a:t>Objetivo</a:t>
            </a:r>
            <a:endParaRPr lang="es-ES" dirty="0"/>
          </a:p>
        </p:txBody>
      </p:sp>
      <p:pic>
        <p:nvPicPr>
          <p:cNvPr id="1030" name="Picture 6" descr="Adiós al deseo de la longevidad: esta es la edad máxima que puede alcanzar  un ser humano; no podemos vivir más allá">
            <a:extLst>
              <a:ext uri="{FF2B5EF4-FFF2-40B4-BE49-F238E27FC236}">
                <a16:creationId xmlns:a16="http://schemas.microsoft.com/office/drawing/2014/main" id="{DA10CD97-DD9B-2E12-D318-0D2441CBA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18" y="4308881"/>
            <a:ext cx="4587433" cy="250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17D024E-35C2-C2BA-37D0-937783CEA79E}"/>
              </a:ext>
            </a:extLst>
          </p:cNvPr>
          <p:cNvSpPr txBox="1"/>
          <p:nvPr/>
        </p:nvSpPr>
        <p:spPr>
          <a:xfrm>
            <a:off x="838203" y="2782669"/>
            <a:ext cx="300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Anciana Edad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C65122-F51C-183A-4704-9441E89FA116}"/>
              </a:ext>
            </a:extLst>
          </p:cNvPr>
          <p:cNvSpPr txBox="1"/>
          <p:nvPr/>
        </p:nvSpPr>
        <p:spPr>
          <a:xfrm>
            <a:off x="838203" y="3848155"/>
            <a:ext cx="3371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España Vaciada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3CECC4-8E24-BB88-E965-9CE60B0D64F8}"/>
              </a:ext>
            </a:extLst>
          </p:cNvPr>
          <p:cNvSpPr txBox="1"/>
          <p:nvPr/>
        </p:nvSpPr>
        <p:spPr>
          <a:xfrm>
            <a:off x="838202" y="4913641"/>
            <a:ext cx="300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Discapacidad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4C3A3-2382-4520-DC48-CA8F346D86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Cómo Nos Diferenciamos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C0748F-EA1F-0A8D-7D02-E23F96BD73AE}"/>
              </a:ext>
            </a:extLst>
          </p:cNvPr>
          <p:cNvSpPr txBox="1"/>
          <p:nvPr/>
        </p:nvSpPr>
        <p:spPr>
          <a:xfrm>
            <a:off x="1008890" y="1985817"/>
            <a:ext cx="300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Voluntariado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D445AA-BE2B-E2F6-7B2F-6E59EEFA917E}"/>
              </a:ext>
            </a:extLst>
          </p:cNvPr>
          <p:cNvSpPr txBox="1"/>
          <p:nvPr/>
        </p:nvSpPr>
        <p:spPr>
          <a:xfrm>
            <a:off x="1008890" y="4771823"/>
            <a:ext cx="352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Bienestar Social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94D527-ED04-8EE3-26F8-E8FE36360317}"/>
              </a:ext>
            </a:extLst>
          </p:cNvPr>
          <p:cNvSpPr txBox="1"/>
          <p:nvPr/>
        </p:nvSpPr>
        <p:spPr>
          <a:xfrm>
            <a:off x="7935311" y="1985818"/>
            <a:ext cx="300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Económico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124D75-2B98-D1E7-7D16-06CFAEB28436}"/>
              </a:ext>
            </a:extLst>
          </p:cNvPr>
          <p:cNvSpPr txBox="1"/>
          <p:nvPr/>
        </p:nvSpPr>
        <p:spPr>
          <a:xfrm>
            <a:off x="8767727" y="4771824"/>
            <a:ext cx="2169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Accesible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C7E06-0981-3BB9-B154-C2EE2A426EE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Beneficio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D6EC2D-ED46-7CA3-F9A8-DFB88C7CE7C3}"/>
              </a:ext>
            </a:extLst>
          </p:cNvPr>
          <p:cNvSpPr txBox="1"/>
          <p:nvPr/>
        </p:nvSpPr>
        <p:spPr>
          <a:xfrm>
            <a:off x="0" y="5841819"/>
            <a:ext cx="3459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Economía Local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8A5B96-9C5D-62CC-05D9-08B8EE85C445}"/>
              </a:ext>
            </a:extLst>
          </p:cNvPr>
          <p:cNvSpPr txBox="1"/>
          <p:nvPr/>
        </p:nvSpPr>
        <p:spPr>
          <a:xfrm>
            <a:off x="8588532" y="5846540"/>
            <a:ext cx="3459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Calidad De Vida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B38CC09-C1F7-66A0-B775-27525E74FE68}"/>
              </a:ext>
            </a:extLst>
          </p:cNvPr>
          <p:cNvSpPr txBox="1"/>
          <p:nvPr/>
        </p:nvSpPr>
        <p:spPr>
          <a:xfrm>
            <a:off x="5013198" y="5841819"/>
            <a:ext cx="2165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Población</a:t>
            </a:r>
          </a:p>
        </p:txBody>
      </p:sp>
      <p:pic>
        <p:nvPicPr>
          <p:cNvPr id="3" name="Picture 4" descr="La lista de los pueblos más ricos y pobres de España">
            <a:extLst>
              <a:ext uri="{FF2B5EF4-FFF2-40B4-BE49-F238E27FC236}">
                <a16:creationId xmlns:a16="http://schemas.microsoft.com/office/drawing/2014/main" id="{21A1D6EE-0421-D108-6B52-8BF2C09BB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708" y="1417016"/>
            <a:ext cx="7644584" cy="43098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86AAB-820D-2F3F-3CBD-48B8557304D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Financiación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CE72C9-8A12-FA15-873A-6A9906E18097}"/>
              </a:ext>
            </a:extLst>
          </p:cNvPr>
          <p:cNvSpPr txBox="1"/>
          <p:nvPr/>
        </p:nvSpPr>
        <p:spPr>
          <a:xfrm>
            <a:off x="6095999" y="2075096"/>
            <a:ext cx="3185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Ayuntamientos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C86898-F86B-60DB-99D3-DE5859DCB526}"/>
              </a:ext>
            </a:extLst>
          </p:cNvPr>
          <p:cNvSpPr txBox="1"/>
          <p:nvPr/>
        </p:nvSpPr>
        <p:spPr>
          <a:xfrm>
            <a:off x="4784597" y="3105834"/>
            <a:ext cx="2622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Comisiones</a:t>
            </a:r>
          </a:p>
        </p:txBody>
      </p:sp>
      <p:pic>
        <p:nvPicPr>
          <p:cNvPr id="3074" name="Picture 2" descr="Subvenciones y ayudas públicas. La importancia de leer la letra pequeña. |  Campón &amp; Martinez-Pereda. Abogados en Cáceres y Badajoz">
            <a:extLst>
              <a:ext uri="{FF2B5EF4-FFF2-40B4-BE49-F238E27FC236}">
                <a16:creationId xmlns:a16="http://schemas.microsoft.com/office/drawing/2014/main" id="{21B12EF3-F565-13E2-4350-690CF9E3B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95" y="1915707"/>
            <a:ext cx="4562602" cy="48121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2F96550-0A74-E9DF-1EEB-5F3F49181A66}"/>
              </a:ext>
            </a:extLst>
          </p:cNvPr>
          <p:cNvSpPr txBox="1"/>
          <p:nvPr/>
        </p:nvSpPr>
        <p:spPr>
          <a:xfrm>
            <a:off x="2590802" y="4136572"/>
            <a:ext cx="3505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/>
              <a:t>Ayudas Públicas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CDA-E181-7657-4A8B-C458D68E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B8EF3-0B4F-A8DA-036E-B2F4D8D497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75989" y="2473136"/>
            <a:ext cx="3240021" cy="1911727"/>
          </a:xfrm>
        </p:spPr>
        <p:txBody>
          <a:bodyPr>
            <a:normAutofit/>
          </a:bodyPr>
          <a:lstStyle/>
          <a:p>
            <a:pPr lvl="0"/>
            <a:r>
              <a:rPr lang="es-ES" sz="6000" dirty="0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3758608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29</Words>
  <Application>Microsoft Office PowerPoint</Application>
  <PresentationFormat>Panorámica</PresentationFormat>
  <Paragraphs>19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Objetivo</vt:lpstr>
      <vt:lpstr>Cómo Nos Diferenciamos</vt:lpstr>
      <vt:lpstr>Beneficio</vt:lpstr>
      <vt:lpstr>Financiación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Lozano Álamo</dc:creator>
  <cp:lastModifiedBy>Iñigo Gude Álvarez</cp:lastModifiedBy>
  <cp:revision>5</cp:revision>
  <dcterms:created xsi:type="dcterms:W3CDTF">2026-02-23T10:11:57Z</dcterms:created>
  <dcterms:modified xsi:type="dcterms:W3CDTF">2026-02-24T10:14:56Z</dcterms:modified>
</cp:coreProperties>
</file>